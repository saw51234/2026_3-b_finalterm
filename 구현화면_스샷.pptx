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97E7D-D030-4586-97F4-1833BA1FF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DAA557-1AFC-4B0C-8C5A-0E98FA687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26174-2DD3-4343-B549-75AFDF18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80D98E-3F60-41CB-8813-354D3937C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5F385C-C096-45C0-B044-502CA12D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6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6A717-5ECF-48D2-8866-DF50B673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9B5760-A8E5-4131-9FD9-1D39D69FA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74FE22-7480-4E4E-B7D7-11B5FA734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C4A15E-E5BC-43DC-BD20-1B075532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279CDD-34BC-411B-8616-F0B14028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25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FE252-24E0-41C8-B80C-863F26E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1BF74E-DB88-4DC5-BAFB-3DDC87D92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16DC9A-151B-4D78-A4CB-E7B195F7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5C8360-F8CB-4B16-A6CB-96F60C1DD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D35A92-4EA8-469F-98AC-496C1218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34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463E3-E6CD-401F-B718-1C7C65A0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C9693-A1AE-43FD-A190-6C425302A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3F6486-4F64-43FD-AEFB-66A487E32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9C9965-C541-4C08-9FD0-B35E74EB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B9D631-093F-4893-88E2-871D084D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E47F7C-9E6B-45EC-BDB9-F99BD94A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703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4D740-4799-417A-A333-2FC635749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DE68BD-A99C-4D16-B1F3-6E36943D6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814A52-626C-4DC9-B59B-B65022BD1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E44332C-217B-4EE7-860B-BECAA4904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618A8B-DAE4-43A3-A07D-EA983B1D8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4A1627-7441-4DE2-8D31-9CE8A2CF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D8E5D1-A563-4B1D-8488-A42A9BEE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174444-263E-469C-9C93-B7425F909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54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F9874-F297-4329-A056-AE5EEC79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DB8FF3-3849-4DAA-8CEB-4D43E30F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347115-2BCA-49F4-BA01-761FAC18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D1F70F-D03E-4C4E-AB67-1FDA6E7E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96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DE3517-2764-4130-90FA-460CBD15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121292-212F-4BEB-9DD9-B51D1955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2D2F41-0743-4C49-BE87-D99B5152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86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A50BD-A82A-4CC0-9B6E-8D5C9942E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A70230-FFAD-4678-BFE6-12140987B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2602AF-7399-49A1-8AAE-792F8DE49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87C609-EE35-44EE-80AD-54C9754A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2CFE4E-ACC0-469A-B411-404FBDB5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720C01-0D11-4122-81B8-D7DAA709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96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6F8FE-B231-4591-BC9C-C725CDE3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06997B-C61B-46F4-9D9C-BA5240371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90725A-196E-4B69-BFFE-C9CBAEA2B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D954F5-EE56-4A7B-AE61-0FCB9BB69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02DE66-4609-40A1-B90F-6DA7A397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A1105F-299C-484B-BA07-42FE23AE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30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20A895-F265-456B-8AD7-62F536DD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EE8247-1B1B-4124-A3D9-97A96FD5D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E48B80-4567-4D7A-9128-69268AF9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4FB3D8-A8CD-443C-A35D-0BCAC4A8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FEBB8F-F7F2-4289-AF72-62099C65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89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5614AE-AF91-4834-8FF7-F55AD0148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C34245-B487-4F0A-9863-5BF3D9437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208A9B-B338-403F-8736-FB13AC76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2D516-A819-4CC6-9FC7-D8C160FEA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7C0CC8-109A-4C9F-8570-0335CD11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49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0AD1A5-4DC1-40C4-8820-9989056C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6AEB9F-DB54-450E-860B-E8829604B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5B0B3E-A527-4F31-BF00-BF7D6DA26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B59AA-BAA4-4337-8638-8243D5119FD6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D28E23-D2D0-4105-BA46-9563DAFD6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48A3FA-1F08-48CF-BCF7-15EE88596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B1044-678C-4047-A62A-112CF447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20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BEFECE2-B2B3-4577-BA12-A1228F0D8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33565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9FC402-6736-4780-B352-1987367E0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895" y="0"/>
            <a:ext cx="6208105" cy="33565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800F170-EA14-4BEA-B00F-F5385812F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895" y="3363966"/>
            <a:ext cx="6208105" cy="34940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C467FF-E6C0-4A56-A259-B3692819F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63965"/>
            <a:ext cx="5955358" cy="349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49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1B56085-296F-4453-8787-6A6784CC6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926975" cy="33219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59444EC-BA1E-40E5-AA7C-152E12F28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0"/>
            <a:ext cx="6096000" cy="33219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3A537FD-13AC-4848-9FED-DEB0BF307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85008"/>
            <a:ext cx="5926974" cy="33729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948BAB4-4FE5-425D-B015-7A6F0A409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473634"/>
            <a:ext cx="6096000" cy="338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3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1FFACD-0EE3-4D64-83FD-0D8F44FA6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"/>
            <a:ext cx="12192000" cy="685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5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HJW</dc:creator>
  <cp:lastModifiedBy>HJW</cp:lastModifiedBy>
  <cp:revision>4</cp:revision>
  <dcterms:created xsi:type="dcterms:W3CDTF">2026-06-16T04:52:54Z</dcterms:created>
  <dcterms:modified xsi:type="dcterms:W3CDTF">2026-06-16T06:04:13Z</dcterms:modified>
</cp:coreProperties>
</file>